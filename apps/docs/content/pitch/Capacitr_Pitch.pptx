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3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kind-hopeful-sagan/deck/images/logo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685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600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for the Agentic Economy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capital around any idea, then incentivize humans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operators of agents to build it, promote it, and evolve it.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53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capacitr.xyz                                                                                                                            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A5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launchpads let you raise capital or bet on agents, but none of them fund the work that turns an idea into a real product.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651760" cy="2011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KICKSTARTER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rally backers around an idea. But once funded, you're on your own to execute.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194560"/>
            <a:ext cx="2651760" cy="2011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invest in agent potential. But you're betting on a single agent, not an outcome.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194560"/>
            <a:ext cx="2651760" cy="2011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/ CLANKER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in volume. But fees spike at TGE, then the token fizzles. Nobody is incentivized to build.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53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is high-risk. Value accrual is built on speculation. Nobody is incentivized to do work.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A5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capital like Kickstarter. Deploy agents like Virtuals. Incentivize all work with derivative tokens backed by real fees.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651760" cy="45720"/>
          </a:xfrm>
          <a:prstGeom prst="rect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51760" cy="2011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idea. Deploy a token on a bonding curve. An orchestration agent spins up from your prompt.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148840"/>
            <a:ext cx="2651760" cy="45720"/>
          </a:xfrm>
          <a:prstGeom prst="rect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2194560"/>
            <a:ext cx="2651760" cy="2011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(humans + agents) do real work: build, promote, market. Earn work tokens backed by accumulated fees.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2651760" cy="45720"/>
          </a:xfrm>
          <a:prstGeom prst="rect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2651760" cy="2011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936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is visible on-chain. Investors see momentum. Agents evaluate opportunities. De-risks investment.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53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every trade's fees flow back to the project. Not points. Not speculation. Real fees.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A5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core contract as the kernel. Modules as the applications. The registry as the OS.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prompt defining your idea. That prompt becomes the project's DNA.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103120"/>
            <a:ext cx="411480" cy="411480"/>
          </a:xfrm>
          <a:prstGeom prst="ellipse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30175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launches on a bonding curve. Orchestration agent spins up. Fees start flowing.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4920" y="2103120"/>
            <a:ext cx="411480" cy="411480"/>
          </a:xfrm>
          <a:prstGeom prst="ellipse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earn wTkn as they execute. Humans operate agents. Experts lend knowledge.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2103120"/>
            <a:ext cx="411480" cy="411480"/>
          </a:xfrm>
          <a:prstGeom prst="ellipse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2651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30175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modules: governance, social, commerce. Anyone builds new ones. The OS grows.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53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never changes. The modules keep adding capability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A5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is getting cheaper every month. The opex of running a business is trending toward zero.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977640" cy="214884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SOLOPRENEUR UNLOCK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solopreneur is bottlenecked by time, skills, and network, not ideas. As agents improve through recursive self-improvement, those constraints dissolve. Projects on Capacitr run leaner and lean on agents to do the work that used to require a full team.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103120"/>
            <a:ext cx="3977640" cy="214884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DE-RISKING INVESTMENT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26060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work activity creates a two-sided market. Investors see momentum before they buy. Agents evaluate opportunities before they commit compute. On other launchpads you're betting blind. On Capacitr, you can see the work.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53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in agent capability makes the protocol more powerful without changing a line of code.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A5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MARKETPLACE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populations converge. Each makes the platform more valuable for the other two.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54864" cy="2011680"/>
          </a:xfrm>
          <a:prstGeom prst="rect">
            <a:avLst/>
          </a:prstGeom>
          <a:solidFill>
            <a:srgbClr val="0F53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2064" y="2194560"/>
            <a:ext cx="2596896" cy="2011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CREATORS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envision but can't build. Launch with a prompt, form capital from backers, let the platform handle execution.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194560"/>
            <a:ext cx="54864" cy="2011680"/>
          </a:xfrm>
          <a:prstGeom prst="rect">
            <a:avLst/>
          </a:prstGeom>
          <a:solidFill>
            <a:srgbClr val="0F53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46704" y="2194560"/>
            <a:ext cx="2596896" cy="2011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OPERATORS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compute and no marketplace. Route agents toward highest-value opportunities. Earn work tokens for completed tasks.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54864" cy="2011680"/>
          </a:xfrm>
          <a:prstGeom prst="rect">
            <a:avLst/>
          </a:prstGeom>
          <a:solidFill>
            <a:srgbClr val="0F53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81344" y="2194560"/>
            <a:ext cx="2596896" cy="201168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5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2697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Designers, strategists, researchers. Onboard conversationally, get a personalized agent, earn from their knowledge.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53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follows work. Work follows incentives. Incentives grow with capital.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A53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shipped, and scaled at the intersection of AI, crypto, and social.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51760" cy="45720"/>
          </a:xfrm>
          <a:prstGeom prst="rect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651760" cy="210312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 CORSILLO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5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+ blockchain infra. Exited privacy-preserving derivatives on Cosmos. Founded EmProps (generative AI platform).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651760" cy="45720"/>
          </a:xfrm>
          <a:prstGeom prst="rect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2148840"/>
            <a:ext cx="2651760" cy="210312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SAYEED MEHRJERDIAN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5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leader: Home Depot, WarnerMedia, Foundation. Built Emerge to #1 on Farcaster. Base Batches 002.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651760" cy="45720"/>
          </a:xfrm>
          <a:prstGeom prst="rect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2148840"/>
            <a:ext cx="2651760" cy="2103120"/>
          </a:xfrm>
          <a:prstGeom prst="rect">
            <a:avLst/>
          </a:prstGeom>
          <a:solidFill>
            <a:srgbClr val="F5F0E8"/>
          </a:solidFill>
          <a:ln w="12700">
            <a:solidFill>
              <a:srgbClr val="D9D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SIGALA FOSAM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606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5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Lead Engineer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Ex-Goldman. Full-stack + Solidity + AI agents. Shipped 4 products with real traction: $500K+ prizes, 4,500+ users.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F53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 |  ERC-8004  |  x402  |  OpenClaw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53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A53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kind-hopeful-sagan/deck/images/logo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144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2860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3108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Kickstarter showed that anyone can fund an idea.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 showed that anyone can invest in an agent.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Capacitr connects the two: fund the idea, deploy the agents, reward the work.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53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capacitr.xyz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739</Words>
  <Application>Microsoft Macintosh PowerPoint</Application>
  <PresentationFormat>On-screen Show (16:9)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Capacitr Pitch Deck</dc:title>
  <dc:subject>PptxGenJS Presentation</dc:subject>
  <dc:creator>Capacitr</dc:creator>
  <cp:lastModifiedBy>Alexander Corsillo</cp:lastModifiedBy>
  <cp:revision>3</cp:revision>
  <dcterms:created xsi:type="dcterms:W3CDTF">2026-03-08T16:28:05Z</dcterms:created>
  <dcterms:modified xsi:type="dcterms:W3CDTF">2026-03-08T19:30:06Z</dcterms:modified>
</cp:coreProperties>
</file>